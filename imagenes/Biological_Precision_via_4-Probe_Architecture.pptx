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144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B2266-DCE1-46E9-3A37-A6ADD3AF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0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DD626B1E-79F5-A2E1-DE1F-DB6FE0AB2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244" y="1885950"/>
            <a:ext cx="7162800" cy="5372099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A8E45945-73CD-27B9-3585-8C2C1C7A2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4" y="1885951"/>
            <a:ext cx="7162799" cy="537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3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5DF5D-CE58-DCE5-D433-F0D5471A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286B910A-2B3E-0AD9-D4FF-9FD65CEE8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941" y="857956"/>
            <a:ext cx="9904118" cy="74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52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Personalizado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Gadea Gironés</cp:lastModifiedBy>
  <cp:revision>2</cp:revision>
  <dcterms:created xsi:type="dcterms:W3CDTF">2006-08-16T00:00:00Z</dcterms:created>
  <dcterms:modified xsi:type="dcterms:W3CDTF">2026-02-27T19:35:06Z</dcterms:modified>
</cp:coreProperties>
</file>