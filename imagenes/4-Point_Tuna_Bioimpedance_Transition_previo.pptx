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8" r:id="rId10"/>
    <p:sldId id="263" r:id="rId11"/>
    <p:sldId id="265" r:id="rId12"/>
    <p:sldId id="266" r:id="rId13"/>
    <p:sldId id="267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5" d="100"/>
          <a:sy n="75" d="100"/>
        </p:scale>
        <p:origin x="72" y="5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EE0E3-3E6E-6907-27F4-D5C060AB8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373F5527-475F-AD0F-0C41-FDA0523012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388" y="457192"/>
            <a:ext cx="11887224" cy="822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750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Personalizado</PresentationFormat>
  <Paragraphs>0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Rafael Gadea Gironés</cp:lastModifiedBy>
  <cp:revision>2</cp:revision>
  <dcterms:created xsi:type="dcterms:W3CDTF">2006-08-16T00:00:00Z</dcterms:created>
  <dcterms:modified xsi:type="dcterms:W3CDTF">2026-03-03T10:24:49Z</dcterms:modified>
</cp:coreProperties>
</file>