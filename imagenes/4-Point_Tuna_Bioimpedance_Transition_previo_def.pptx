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59" r:id="rId7"/>
    <p:sldId id="269" r:id="rId8"/>
    <p:sldId id="264" r:id="rId9"/>
    <p:sldId id="268" r:id="rId10"/>
    <p:sldId id="263" r:id="rId11"/>
    <p:sldId id="265" r:id="rId12"/>
    <p:sldId id="261" r:id="rId13"/>
    <p:sldId id="262" r:id="rId14"/>
    <p:sldId id="266" r:id="rId15"/>
    <p:sldId id="267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26DF3A-B851-3736-EC4A-8F08B6B9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7226413"/>
            <a:ext cx="2697353" cy="19175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5ADCF8-A794-B900-D457-22385519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2693"/>
            <a:ext cx="4572000" cy="22920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6100"/>
              <a:t>Experimentos realizados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704" y="3431674"/>
            <a:ext cx="4340126" cy="24384"/>
          </a:xfrm>
          <a:custGeom>
            <a:avLst/>
            <a:gdLst>
              <a:gd name="csX0" fmla="*/ 0 w 4340126"/>
              <a:gd name="csY0" fmla="*/ 0 h 24384"/>
              <a:gd name="csX1" fmla="*/ 576617 w 4340126"/>
              <a:gd name="csY1" fmla="*/ 0 h 24384"/>
              <a:gd name="csX2" fmla="*/ 1066431 w 4340126"/>
              <a:gd name="csY2" fmla="*/ 0 h 24384"/>
              <a:gd name="csX3" fmla="*/ 1599646 w 4340126"/>
              <a:gd name="csY3" fmla="*/ 0 h 24384"/>
              <a:gd name="csX4" fmla="*/ 2263066 w 4340126"/>
              <a:gd name="csY4" fmla="*/ 0 h 24384"/>
              <a:gd name="csX5" fmla="*/ 2839682 w 4340126"/>
              <a:gd name="csY5" fmla="*/ 0 h 24384"/>
              <a:gd name="csX6" fmla="*/ 3372898 w 4340126"/>
              <a:gd name="csY6" fmla="*/ 0 h 24384"/>
              <a:gd name="csX7" fmla="*/ 4340126 w 4340126"/>
              <a:gd name="csY7" fmla="*/ 0 h 24384"/>
              <a:gd name="csX8" fmla="*/ 4340126 w 4340126"/>
              <a:gd name="csY8" fmla="*/ 24384 h 24384"/>
              <a:gd name="csX9" fmla="*/ 3720108 w 4340126"/>
              <a:gd name="csY9" fmla="*/ 24384 h 24384"/>
              <a:gd name="csX10" fmla="*/ 3186893 w 4340126"/>
              <a:gd name="csY10" fmla="*/ 24384 h 24384"/>
              <a:gd name="csX11" fmla="*/ 2480072 w 4340126"/>
              <a:gd name="csY11" fmla="*/ 24384 h 24384"/>
              <a:gd name="csX12" fmla="*/ 1903455 w 4340126"/>
              <a:gd name="csY12" fmla="*/ 24384 h 24384"/>
              <a:gd name="csX13" fmla="*/ 1413641 w 4340126"/>
              <a:gd name="csY13" fmla="*/ 24384 h 24384"/>
              <a:gd name="csX14" fmla="*/ 750222 w 4340126"/>
              <a:gd name="csY14" fmla="*/ 24384 h 24384"/>
              <a:gd name="csX15" fmla="*/ 0 w 4340126"/>
              <a:gd name="csY15" fmla="*/ 24384 h 24384"/>
              <a:gd name="csX16" fmla="*/ 0 w 4340126"/>
              <a:gd name="csY16" fmla="*/ 0 h 24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0126" h="24384" fill="none" extrusionOk="0">
                <a:moveTo>
                  <a:pt x="0" y="0"/>
                </a:moveTo>
                <a:cubicBezTo>
                  <a:pt x="179598" y="4488"/>
                  <a:pt x="288601" y="18977"/>
                  <a:pt x="576617" y="0"/>
                </a:cubicBezTo>
                <a:cubicBezTo>
                  <a:pt x="864633" y="-18977"/>
                  <a:pt x="925867" y="614"/>
                  <a:pt x="1066431" y="0"/>
                </a:cubicBezTo>
                <a:cubicBezTo>
                  <a:pt x="1206995" y="-614"/>
                  <a:pt x="1386427" y="-2303"/>
                  <a:pt x="1599646" y="0"/>
                </a:cubicBezTo>
                <a:cubicBezTo>
                  <a:pt x="1812866" y="2303"/>
                  <a:pt x="1979310" y="2310"/>
                  <a:pt x="2263066" y="0"/>
                </a:cubicBezTo>
                <a:cubicBezTo>
                  <a:pt x="2546822" y="-2310"/>
                  <a:pt x="2655664" y="-9765"/>
                  <a:pt x="2839682" y="0"/>
                </a:cubicBezTo>
                <a:cubicBezTo>
                  <a:pt x="3023700" y="9765"/>
                  <a:pt x="3193310" y="-25922"/>
                  <a:pt x="3372898" y="0"/>
                </a:cubicBezTo>
                <a:cubicBezTo>
                  <a:pt x="3552486" y="25922"/>
                  <a:pt x="3933650" y="40169"/>
                  <a:pt x="4340126" y="0"/>
                </a:cubicBezTo>
                <a:cubicBezTo>
                  <a:pt x="4340220" y="11132"/>
                  <a:pt x="4339191" y="14114"/>
                  <a:pt x="4340126" y="24384"/>
                </a:cubicBezTo>
                <a:cubicBezTo>
                  <a:pt x="4059299" y="8730"/>
                  <a:pt x="3916724" y="42365"/>
                  <a:pt x="3720108" y="24384"/>
                </a:cubicBezTo>
                <a:cubicBezTo>
                  <a:pt x="3523492" y="6403"/>
                  <a:pt x="3414958" y="37613"/>
                  <a:pt x="3186893" y="24384"/>
                </a:cubicBezTo>
                <a:cubicBezTo>
                  <a:pt x="2958829" y="11155"/>
                  <a:pt x="2710205" y="55791"/>
                  <a:pt x="2480072" y="24384"/>
                </a:cubicBezTo>
                <a:cubicBezTo>
                  <a:pt x="2249939" y="-7023"/>
                  <a:pt x="2138136" y="43475"/>
                  <a:pt x="1903455" y="24384"/>
                </a:cubicBezTo>
                <a:cubicBezTo>
                  <a:pt x="1668774" y="5293"/>
                  <a:pt x="1622633" y="10066"/>
                  <a:pt x="1413641" y="24384"/>
                </a:cubicBezTo>
                <a:cubicBezTo>
                  <a:pt x="1204649" y="38702"/>
                  <a:pt x="1040781" y="53163"/>
                  <a:pt x="750222" y="24384"/>
                </a:cubicBezTo>
                <a:cubicBezTo>
                  <a:pt x="459663" y="-4395"/>
                  <a:pt x="248129" y="-6105"/>
                  <a:pt x="0" y="24384"/>
                </a:cubicBezTo>
                <a:cubicBezTo>
                  <a:pt x="323" y="15996"/>
                  <a:pt x="-358" y="5417"/>
                  <a:pt x="0" y="0"/>
                </a:cubicBezTo>
                <a:close/>
              </a:path>
              <a:path w="4340126" h="24384" stroke="0" extrusionOk="0">
                <a:moveTo>
                  <a:pt x="0" y="0"/>
                </a:moveTo>
                <a:cubicBezTo>
                  <a:pt x="288215" y="-9264"/>
                  <a:pt x="349355" y="-8949"/>
                  <a:pt x="576617" y="0"/>
                </a:cubicBezTo>
                <a:cubicBezTo>
                  <a:pt x="803879" y="8949"/>
                  <a:pt x="924721" y="23078"/>
                  <a:pt x="1066431" y="0"/>
                </a:cubicBezTo>
                <a:cubicBezTo>
                  <a:pt x="1208141" y="-23078"/>
                  <a:pt x="1579995" y="-2062"/>
                  <a:pt x="1773251" y="0"/>
                </a:cubicBezTo>
                <a:cubicBezTo>
                  <a:pt x="1966507" y="2062"/>
                  <a:pt x="2132917" y="-6432"/>
                  <a:pt x="2349868" y="0"/>
                </a:cubicBezTo>
                <a:cubicBezTo>
                  <a:pt x="2566819" y="6432"/>
                  <a:pt x="2705762" y="-1232"/>
                  <a:pt x="2926485" y="0"/>
                </a:cubicBezTo>
                <a:cubicBezTo>
                  <a:pt x="3147208" y="1232"/>
                  <a:pt x="3430172" y="12774"/>
                  <a:pt x="3633305" y="0"/>
                </a:cubicBezTo>
                <a:cubicBezTo>
                  <a:pt x="3836438" y="-12774"/>
                  <a:pt x="4146610" y="-21575"/>
                  <a:pt x="4340126" y="0"/>
                </a:cubicBezTo>
                <a:cubicBezTo>
                  <a:pt x="4338935" y="11404"/>
                  <a:pt x="4339423" y="15618"/>
                  <a:pt x="4340126" y="24384"/>
                </a:cubicBezTo>
                <a:cubicBezTo>
                  <a:pt x="4176838" y="26460"/>
                  <a:pt x="4007812" y="40796"/>
                  <a:pt x="3806911" y="24384"/>
                </a:cubicBezTo>
                <a:cubicBezTo>
                  <a:pt x="3606011" y="7972"/>
                  <a:pt x="3390923" y="35454"/>
                  <a:pt x="3186893" y="24384"/>
                </a:cubicBezTo>
                <a:cubicBezTo>
                  <a:pt x="2982863" y="13314"/>
                  <a:pt x="2795322" y="-3292"/>
                  <a:pt x="2566875" y="24384"/>
                </a:cubicBezTo>
                <a:cubicBezTo>
                  <a:pt x="2338428" y="52060"/>
                  <a:pt x="2229810" y="49622"/>
                  <a:pt x="1990258" y="24384"/>
                </a:cubicBezTo>
                <a:cubicBezTo>
                  <a:pt x="1750706" y="-854"/>
                  <a:pt x="1486920" y="30001"/>
                  <a:pt x="1283437" y="24384"/>
                </a:cubicBezTo>
                <a:cubicBezTo>
                  <a:pt x="1079954" y="18767"/>
                  <a:pt x="892974" y="9368"/>
                  <a:pt x="576617" y="24384"/>
                </a:cubicBezTo>
                <a:cubicBezTo>
                  <a:pt x="260260" y="39400"/>
                  <a:pt x="163860" y="-1790"/>
                  <a:pt x="0" y="24384"/>
                </a:cubicBezTo>
                <a:cubicBezTo>
                  <a:pt x="-247" y="16189"/>
                  <a:pt x="-946" y="841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907FE1-55CC-7383-7613-58DC10A75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742944"/>
            <a:ext cx="4572000" cy="45476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500"/>
              <a:t>Con redpitaya caso reflujo: tenemos experimental en la que  hacemos dos puntas</a:t>
            </a:r>
          </a:p>
          <a:p>
            <a:pPr>
              <a:lnSpc>
                <a:spcPct val="90000"/>
              </a:lnSpc>
            </a:pPr>
            <a:r>
              <a:rPr lang="es-ES" sz="2500"/>
              <a:t>Con agilent : tenemos experimental </a:t>
            </a:r>
          </a:p>
          <a:p>
            <a:pPr lvl="1">
              <a:lnSpc>
                <a:spcPct val="90000"/>
              </a:lnSpc>
            </a:pPr>
            <a:r>
              <a:rPr lang="es-ES" sz="2500"/>
              <a:t>de 2 puntas: (garra) </a:t>
            </a:r>
          </a:p>
          <a:p>
            <a:pPr lvl="1">
              <a:lnSpc>
                <a:spcPct val="90000"/>
              </a:lnSpc>
            </a:pPr>
            <a:r>
              <a:rPr lang="es-ES" sz="2500"/>
              <a:t>y 3 puntas: </a:t>
            </a:r>
          </a:p>
          <a:p>
            <a:pPr lvl="2">
              <a:lnSpc>
                <a:spcPct val="90000"/>
              </a:lnSpc>
            </a:pPr>
            <a:r>
              <a:rPr lang="es-ES" sz="2500"/>
              <a:t>Atún congelado-descongelado</a:t>
            </a:r>
          </a:p>
          <a:p>
            <a:pPr lvl="2">
              <a:lnSpc>
                <a:spcPct val="90000"/>
              </a:lnSpc>
            </a:pPr>
            <a:r>
              <a:rPr lang="es-ES" sz="2500"/>
              <a:t>Atún con yake y sin yake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BD2DE3-B798-3850-43E3-1BAEC72D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432" y="3385356"/>
            <a:ext cx="11061568" cy="447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5D3E75A5-AD70-D416-C440-2B25262B9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2362200"/>
            <a:ext cx="7924811" cy="5943608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F550716-7D85-0232-6422-588331AC49D8}"/>
              </a:ext>
            </a:extLst>
          </p:cNvPr>
          <p:cNvSpPr/>
          <p:nvPr/>
        </p:nvSpPr>
        <p:spPr>
          <a:xfrm>
            <a:off x="13766800" y="4572000"/>
            <a:ext cx="1828800" cy="16002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AB1B-05F2-099F-A57C-5F439F0F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8DB65990-40A3-2A38-A4DC-0B2C56F76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409716"/>
            <a:ext cx="7772400" cy="5829300"/>
          </a:xfrm>
          <a:prstGeom prst="rect">
            <a:avLst/>
          </a:prstGeom>
        </p:spPr>
      </p:pic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B555343C-EA41-0B8C-1634-C44414D2A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01" y="1457343"/>
            <a:ext cx="7759698" cy="581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4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E0E3-3E6E-6907-27F4-D5C060AB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373F5527-475F-AD0F-0C41-FDA052301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88" y="457192"/>
            <a:ext cx="11887224" cy="82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5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39</Words>
  <Application>Microsoft Office PowerPoint</Application>
  <PresentationFormat>Personalizado</PresentationFormat>
  <Paragraphs>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Experimentos realizados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Gadea Gironés</cp:lastModifiedBy>
  <cp:revision>5</cp:revision>
  <dcterms:created xsi:type="dcterms:W3CDTF">2006-08-16T00:00:00Z</dcterms:created>
  <dcterms:modified xsi:type="dcterms:W3CDTF">2026-03-05T08:54:01Z</dcterms:modified>
</cp:coreProperties>
</file>